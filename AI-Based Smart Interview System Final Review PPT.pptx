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71" r:id="rId16"/>
    <p:sldId id="272" r:id="rId17"/>
    <p:sldId id="270" r:id="rId18"/>
    <p:sldId id="269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132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"/>
            <a:ext cx="69494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1444752"/>
            <a:ext cx="48463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dirty="0"/>
              <a:t>AI-BASED SMART</a:t>
            </a:r>
            <a:r>
              <a:rPr lang="en-US" b="1" dirty="0"/>
              <a:t> </a:t>
            </a:r>
            <a:r>
              <a:rPr b="1" dirty="0"/>
              <a:t>INTERVIEW SYSTEM</a:t>
            </a:r>
            <a:endParaRPr lang="en-US" b="1" dirty="0"/>
          </a:p>
          <a:p>
            <a:pPr algn="ctr"/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3063240" y="1851660"/>
            <a:ext cx="301752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/>
            <a:r>
              <a:rPr dirty="0"/>
              <a:t>FINAL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0072" y="2397530"/>
            <a:ext cx="3948545" cy="615419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/>
            <a:r>
              <a:rPr dirty="0"/>
              <a:t>Project Guide - Vasanth V (TL &amp; Software Engineer)</a:t>
            </a:r>
            <a:br>
              <a:rPr dirty="0"/>
            </a:br>
            <a:r>
              <a:rPr dirty="0"/>
              <a:t>Wittmann Battenfeld India Pvt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846853"/>
            <a:ext cx="35204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dirty="0"/>
              <a:t>PRESENTED BY: NARESH KUMAR B</a:t>
            </a:r>
            <a:endParaRPr lang="en-US" sz="1500" dirty="0"/>
          </a:p>
          <a:p>
            <a:r>
              <a:rPr lang="en-IN" sz="1500" dirty="0"/>
              <a:t>Unique Id -</a:t>
            </a:r>
            <a:r>
              <a:rPr sz="1500" dirty="0"/>
              <a:t>E0322008</a:t>
            </a:r>
          </a:p>
        </p:txBody>
      </p:sp>
      <p:pic>
        <p:nvPicPr>
          <p:cNvPr id="7" name="Picture 6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ABSTRACT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7498079" cy="30632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dirty="0"/>
              <a:t>AI-Based Smart Interview System is a completed web-based prototype for company-focused candidate screening and mock interview evaluation.</a:t>
            </a:r>
          </a:p>
          <a:p>
            <a:r>
              <a:rPr dirty="0"/>
              <a:t>The final implementation includes OTP verification, resume upload and parsing, role selection, interview flow, answer submission, camera monitoring, result display, admin reports, and PDF report download.</a:t>
            </a:r>
          </a:p>
          <a:p>
            <a:r>
              <a:rPr dirty="0"/>
              <a:t>The evaluation engine combines exact answer matching for objective questions with keyword matching, TF-IDF semantic similarity, and communication-quality scoring for descriptive answers.</a:t>
            </a:r>
          </a:p>
          <a:p>
            <a:r>
              <a:rPr dirty="0"/>
              <a:t>OpenCV Haar Cascade face detection is integrated for face presence, centering, stability, and multiple-face alerts during the interview.</a:t>
            </a:r>
          </a:p>
          <a:p>
            <a:r>
              <a:rPr dirty="0"/>
              <a:t>PostgreSQL is used as the live database for roles, users, test links, question bank, assigned interview papers, answers, interview scores, shortlist status, and report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C2FB6C-FA1C-605A-6DE7-E7B2D809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" y="0"/>
            <a:ext cx="91266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9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EE5FF-3F69-DED5-A747-887CB3C42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8"/>
            <a:ext cx="9144000" cy="512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DETAILED DESIGN FOR FINAL SYSTEM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Candidate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OTP + Resume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Role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Flask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AI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423160"/>
            <a:ext cx="1051560" cy="5029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DC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PostgreSQL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23160"/>
            <a:ext cx="1051560" cy="5029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DC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PDF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4231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Admin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1303020"/>
            <a:ext cx="365759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79" y="1303020"/>
            <a:ext cx="365761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43400" y="1303020"/>
            <a:ext cx="3657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1303020"/>
            <a:ext cx="3657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8" idx="2"/>
          </p:cNvCxnSpPr>
          <p:nvPr/>
        </p:nvCxnSpPr>
        <p:spPr>
          <a:xfrm flipH="1">
            <a:off x="5943600" y="1554480"/>
            <a:ext cx="708660" cy="1106425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2674620"/>
            <a:ext cx="3657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78040" y="2674620"/>
            <a:ext cx="27432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659885"/>
            <a:ext cx="7772400" cy="32004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dirty="0"/>
              <a:t>Candidate Interface -&gt; Flask Routes -&gt; Question Assignment -&gt; NLP/OpenCV Evaluation -&gt; Database +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FINAL SYSTEM: MODULES AND DATA FLOW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417320" cy="1371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dirty="0"/>
              <a:t>HTML/CSS/JS | Speech input | Camera stream | Result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417320"/>
            <a:ext cx="1417320" cy="137160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dirty="0"/>
              <a:t>Flask routes | Session handling | OTP/test-link workflow | HTTPS/LAN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AI / CV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417320"/>
            <a:ext cx="1417320" cy="13716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t>Exact match | TF-IDF scoring | Keyword scoring | Face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417320"/>
            <a:ext cx="1417320" cy="137160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t>roles | users | question_bank | interviews | interview_questions | candidate_answers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417320"/>
            <a:ext cx="1417320" cy="1371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dirty="0"/>
              <a:t>Overall score | Shortlist status | Admin reports | PDF 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34145"/>
            <a:ext cx="7772400" cy="50292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dirty="0"/>
              <a:t>Final design focus: every candidate receives a stored role-based question paper, so later question-bank edits do not change completed interview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CONTRIBUTION OF THE CANDIDATE (FINAL METHODOLOGY)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868680"/>
            <a:ext cx="7726679" cy="324612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r>
              <a:rPr dirty="0"/>
              <a:t>Collected requirements for a company-focused smart interview screening system.</a:t>
            </a:r>
          </a:p>
          <a:p>
            <a:r>
              <a:rPr dirty="0"/>
              <a:t>Designed and implemented the complete workflow: candidate registration, OTP verification, resume upload, role selection, interview, evaluation, result, report download, and admin review.</a:t>
            </a:r>
          </a:p>
          <a:p>
            <a:r>
              <a:rPr dirty="0"/>
              <a:t>Built Flask backend routes and connected scoring, database, question-bank, resume parsing, camera analysis, and report-generation modules.</a:t>
            </a:r>
          </a:p>
          <a:p>
            <a:r>
              <a:rPr dirty="0"/>
              <a:t>Prepared role-wise aptitude and programming question-bank structure with PostgreSQL seed/import/sync scripts.</a:t>
            </a:r>
          </a:p>
          <a:p>
            <a:r>
              <a:rPr dirty="0"/>
              <a:t>Integrated NLP scoring, exact answer scoring, OpenCV camera monitoring, shortlist decision logic, and PDF report generation.</a:t>
            </a:r>
          </a:p>
          <a:p>
            <a:r>
              <a:rPr dirty="0"/>
              <a:t>Tested the complete demo flow on local/LAN HTTPS setup and prepared final-review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t>METHODOLOGY: FINAL EVALUATION LOGIC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005840"/>
            <a:ext cx="123444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Answer Submitted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005840"/>
            <a:ext cx="105156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10000"/>
          </a:bodyPr>
          <a:lstStyle/>
          <a:p>
            <a:r>
              <a:rPr dirty="0">
                <a:solidFill>
                  <a:srgbClr val="FF0000"/>
                </a:solidFill>
              </a:rPr>
              <a:t>Clean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005840"/>
            <a:ext cx="1874519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Exact Match / Keyword + TF-IDF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005840"/>
            <a:ext cx="150876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Communication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05840"/>
            <a:ext cx="114300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Total Score + Shortlist 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3080" y="1234440"/>
            <a:ext cx="18288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39" y="1234440"/>
            <a:ext cx="274321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03020" y="707967"/>
            <a:ext cx="65379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1965960"/>
            <a:ext cx="7498079" cy="18288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dirty="0"/>
              <a:t>For aptitude and programming MCQ-style answers, exact answer matching is used.</a:t>
            </a:r>
          </a:p>
          <a:p>
            <a:r>
              <a:rPr dirty="0"/>
              <a:t>For descriptive answers, total score = 35% keyword score + 45% semantic similarity + 20% communication score.</a:t>
            </a:r>
          </a:p>
          <a:p>
            <a:r>
              <a:rPr dirty="0"/>
              <a:t>Face confidence is calculated from detected frames, centered frames, and stable frames.</a:t>
            </a:r>
          </a:p>
          <a:p>
            <a:r>
              <a:rPr dirty="0"/>
              <a:t>Shortlist status is decided using interview score and proctoring/camera alert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RESULTS OBTAINED (FINAL)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822960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05256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Candidate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3401568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dirty="0"/>
              <a:t>OTP/test link, resume upload, role selection, interview page, submit flow, result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822960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92040" y="905256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Question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133856"/>
            <a:ext cx="3401568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PostgreSQL live question bank with role-wise random paper generation and assignment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10512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7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AI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21408"/>
            <a:ext cx="3401568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Exact score, NLP score, keyword match, semantic score, communication score, feedback, and overall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810512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2040" y="1892807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21408"/>
            <a:ext cx="3401568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Face detected / missing / multiple-face alerts using OpenCV frame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98064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3401568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PDF candidate report with score, confidence index, shortlist status, reason, and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839073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92040" y="288036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Admin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108960"/>
            <a:ext cx="3401568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/>
              <a:t>Admin database view, report listing, resume download, and candidate review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FINAL OUTPUT AND PROJECT STATUS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914400"/>
            <a:ext cx="23774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7300" y="967324"/>
            <a:ext cx="1143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86563"/>
            <a:ext cx="1920240" cy="566928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r>
              <a:t>Final implementation completed for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289" y="1849581"/>
            <a:ext cx="1787652" cy="900246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lang="en-US" dirty="0"/>
              <a:t>Generated reports and uploaded resumes are stored inside the project reports folder for later review.</a:t>
            </a:r>
          </a:p>
          <a:p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087091" y="891565"/>
            <a:ext cx="317269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Completed work: candidate flow, OTP/test link workflow, resume handling, role-wise interview, PostgreSQL question bank, stored question papers, answer scoring, OpenCV monitoring, shortlist logic, admin review, and PDF reporting.</a:t>
            </a:r>
          </a:p>
          <a:p>
            <a:r>
              <a:rPr lang="en-US" sz="1200" dirty="0"/>
              <a:t>The Flask application runs as a working prototype with candidate and admin screens.</a:t>
            </a:r>
          </a:p>
          <a:p>
            <a:r>
              <a:rPr lang="en-US" sz="1200" dirty="0"/>
              <a:t>Question bank storage is PostgreSQL-backed and editable without changing completed interview records.</a:t>
            </a:r>
          </a:p>
          <a:p>
            <a:endParaRPr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FINAL CODE IMPLEMENTATION SNAPSHOTS - FLASK WORKFLOW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t>app.py - interview, stored paper, and submit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>
            <a:normAutofit/>
          </a:bodyPr>
          <a:lstStyle/>
          <a:p>
            <a:r>
              <a:rPr sz="1100">
                <a:latin typeface="Consolas"/>
              </a:rPr>
              <a:t>@app.route("/interview")</a:t>
            </a:r>
          </a:p>
          <a:p>
            <a:r>
              <a:rPr sz="1100">
                <a:latin typeface="Consolas"/>
              </a:rPr>
              <a:t>def interview():</a:t>
            </a:r>
          </a:p>
          <a:p>
            <a:r>
              <a:rPr sz="1100">
                <a:latin typeface="Consolas"/>
              </a:rPr>
              <a:t>    interview_id = session.get("interview_id")</a:t>
            </a:r>
          </a:p>
          <a:p>
            <a:r>
              <a:rPr sz="1100">
                <a:latin typeface="Consolas"/>
              </a:rPr>
              <a:t>    create_interview(interview_id, session["user_id"], session["role_id"])</a:t>
            </a:r>
          </a:p>
          <a:p>
            <a:r>
              <a:rPr sz="1100">
                <a:latin typeface="Consolas"/>
              </a:rPr>
              <a:t>    questions = select_questions_for_role(role_slug)</a:t>
            </a:r>
          </a:p>
          <a:p>
            <a:r>
              <a:rPr sz="1100">
                <a:latin typeface="Consolas"/>
              </a:rPr>
              <a:t>    save_interview_questions(interview_id, questions)</a:t>
            </a:r>
          </a:p>
          <a:p>
            <a:r>
              <a:rPr sz="1100">
                <a:latin typeface="Consolas"/>
              </a:rPr>
              <a:t>    session["face_stats"] = {"total_frames": 0,</a:t>
            </a:r>
          </a:p>
          <a:p>
            <a:r>
              <a:rPr sz="1100">
                <a:latin typeface="Consolas"/>
              </a:rPr>
              <a:t>        "detected_frames": 0, "stable_frames": 0}</a:t>
            </a:r>
          </a:p>
          <a:p>
            <a:r>
              <a:rPr sz="1100">
                <a:latin typeface="Consolas"/>
              </a:rPr>
              <a:t>    return render_template("interview.html", questions=questions)</a:t>
            </a:r>
          </a:p>
          <a:p>
            <a:endParaRPr sz="1100">
              <a:latin typeface="Consolas"/>
            </a:endParaRPr>
          </a:p>
          <a:p>
            <a:r>
              <a:rPr sz="1100">
                <a:latin typeface="Consolas"/>
              </a:rPr>
              <a:t>@app.route("/api/submit", methods=["POST"])</a:t>
            </a:r>
          </a:p>
          <a:p>
            <a:r>
              <a:rPr sz="1100">
                <a:latin typeface="Consolas"/>
              </a:rPr>
              <a:t>def submit_interview():</a:t>
            </a:r>
          </a:p>
          <a:p>
            <a:r>
              <a:rPr sz="1100">
                <a:latin typeface="Consolas"/>
              </a:rPr>
              <a:t>    questions = load_interview_questions(session["interview_id"])</a:t>
            </a:r>
          </a:p>
          <a:p>
            <a:r>
              <a:rPr sz="1100">
                <a:latin typeface="Consolas"/>
              </a:rPr>
              <a:t>    results = [score_answer(answer, question) for question, answer in submitted_answers]</a:t>
            </a:r>
          </a:p>
          <a:p>
            <a:r>
              <a:rPr sz="1100">
                <a:latin typeface="Consolas"/>
              </a:rPr>
              <a:t>    report_path = generate_pdf_report(candidate_name, results, face_summary, REPORT_DIR)</a:t>
            </a:r>
          </a:p>
          <a:p>
            <a:r>
              <a:rPr sz="1100">
                <a:latin typeface="Consolas"/>
              </a:rPr>
              <a:t>    complete_interview(interview_id, overall, report_path, shortlist_status, shortlist_reason)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FINAL CODE IMPLEMENTATION SNAPSHOTS - NLP SCORING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t>utils/scoring.py - scoring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>
            <a:normAutofit/>
          </a:bodyPr>
          <a:lstStyle/>
          <a:p>
            <a:r>
              <a:rPr sz="1100">
                <a:latin typeface="Consolas"/>
              </a:rPr>
              <a:t>def score_answer(answer, question):</a:t>
            </a:r>
          </a:p>
          <a:p>
            <a:r>
              <a:rPr sz="1100">
                <a:latin typeface="Consolas"/>
              </a:rPr>
              <a:t>    if question.get("category") in {"Aptitude", "Programming"}:</a:t>
            </a:r>
          </a:p>
          <a:p>
            <a:r>
              <a:rPr sz="1100">
                <a:latin typeface="Consolas"/>
              </a:rPr>
              <a:t>        exact = exact_answer_score(answer, question["correct_answer"])</a:t>
            </a:r>
          </a:p>
          <a:p>
            <a:r>
              <a:rPr sz="1100">
                <a:latin typeface="Consolas"/>
              </a:rPr>
              <a:t>        return {"total_score": round(exact * 100, 2)}</a:t>
            </a:r>
          </a:p>
          <a:p>
            <a:endParaRPr sz="1100">
              <a:latin typeface="Consolas"/>
            </a:endParaRPr>
          </a:p>
          <a:p>
            <a:r>
              <a:rPr sz="1100">
                <a:latin typeface="Consolas"/>
              </a:rPr>
              <a:t>    kw = keyword_score(answer, question.get("keywords", []))</a:t>
            </a:r>
          </a:p>
          <a:p>
            <a:r>
              <a:rPr sz="1100">
                <a:latin typeface="Consolas"/>
              </a:rPr>
              <a:t>    sem = semantic_score(answer, question.get("ideal_answer", ""))</a:t>
            </a:r>
          </a:p>
          <a:p>
            <a:r>
              <a:rPr sz="1100">
                <a:latin typeface="Consolas"/>
              </a:rPr>
              <a:t>    comm = communication_score(answer)</a:t>
            </a:r>
          </a:p>
          <a:p>
            <a:r>
              <a:rPr sz="1100">
                <a:latin typeface="Consolas"/>
              </a:rPr>
              <a:t>    total = (kw * 0.35) + (sem * 0.45) + (comm * 0.20)</a:t>
            </a:r>
          </a:p>
          <a:p>
            <a:r>
              <a:rPr sz="1100">
                <a:latin typeface="Consolas"/>
              </a:rPr>
              <a:t>    return {"keyword_score": round(kw*100,2),</a:t>
            </a:r>
          </a:p>
          <a:p>
            <a:r>
              <a:rPr sz="1100">
                <a:latin typeface="Consolas"/>
              </a:rPr>
              <a:t>            "semantic_score": round(sem*100,2),</a:t>
            </a:r>
          </a:p>
          <a:p>
            <a:r>
              <a:rPr sz="1100">
                <a:latin typeface="Consolas"/>
              </a:rPr>
              <a:t>            "communication_score": round(comm*100,2),</a:t>
            </a:r>
          </a:p>
          <a:p>
            <a:r>
              <a:rPr sz="1100">
                <a:latin typeface="Consolas"/>
              </a:rPr>
              <a:t>            "total_score": round(total*100,2)}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FINAL CODE IMPLEMENTATION SNAPSHOTS - POSTGRESQL QUESTION BANK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t>utils/question_bank.py and utils/database.py - editable live question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>
            <a:normAutofit/>
          </a:bodyPr>
          <a:lstStyle/>
          <a:p>
            <a:r>
              <a:rPr sz="1100">
                <a:latin typeface="Consolas"/>
              </a:rPr>
              <a:t>CREATE TABLE IF NOT EXISTS question_bank (</a:t>
            </a:r>
          </a:p>
          <a:p>
            <a:r>
              <a:rPr sz="1100">
                <a:latin typeface="Consolas"/>
              </a:rPr>
              <a:t>    question_id SERIAL PRIMARY KEY,</a:t>
            </a:r>
          </a:p>
          <a:p>
            <a:r>
              <a:rPr sz="1100">
                <a:latin typeface="Consolas"/>
              </a:rPr>
              <a:t>    question_code TEXT UNIQUE,</a:t>
            </a:r>
          </a:p>
          <a:p>
            <a:r>
              <a:rPr sz="1100">
                <a:latin typeface="Consolas"/>
              </a:rPr>
              <a:t>    role_slug TEXT NOT NULL,</a:t>
            </a:r>
          </a:p>
          <a:p>
            <a:r>
              <a:rPr sz="1100">
                <a:latin typeface="Consolas"/>
              </a:rPr>
              <a:t>    section TEXT NOT NULL,</a:t>
            </a:r>
          </a:p>
          <a:p>
            <a:r>
              <a:rPr sz="1100">
                <a:latin typeface="Consolas"/>
              </a:rPr>
              <a:t>    topic TEXT NOT NULL,</a:t>
            </a:r>
          </a:p>
          <a:p>
            <a:r>
              <a:rPr sz="1100">
                <a:latin typeface="Consolas"/>
              </a:rPr>
              <a:t>    difficulty TEXT NOT NULL DEFAULT 'Medium',</a:t>
            </a:r>
          </a:p>
          <a:p>
            <a:r>
              <a:rPr sz="1100">
                <a:latin typeface="Consolas"/>
              </a:rPr>
              <a:t>    question_text TEXT NOT NULL,</a:t>
            </a:r>
          </a:p>
          <a:p>
            <a:r>
              <a:rPr sz="1100">
                <a:latin typeface="Consolas"/>
              </a:rPr>
              <a:t>    options JSONB NOT NULL DEFAULT '[]'::jsonb,</a:t>
            </a:r>
          </a:p>
          <a:p>
            <a:r>
              <a:rPr sz="1100">
                <a:latin typeface="Consolas"/>
              </a:rPr>
              <a:t>    correct_answer TEXT NOT NULL,</a:t>
            </a:r>
          </a:p>
          <a:p>
            <a:r>
              <a:rPr sz="1100">
                <a:latin typeface="Consolas"/>
              </a:rPr>
              <a:t>    keywords JSONB NOT NULL DEFAULT '[]'::jsonb,</a:t>
            </a:r>
          </a:p>
          <a:p>
            <a:r>
              <a:rPr sz="1100">
                <a:latin typeface="Consolas"/>
              </a:rPr>
              <a:t>    marks INTEGER NOT NULL DEFAULT 5,</a:t>
            </a:r>
          </a:p>
          <a:p>
            <a:r>
              <a:rPr sz="1100">
                <a:latin typeface="Consolas"/>
              </a:rPr>
              <a:t>    active BOOLEAN NOT NULL DEFAULT TRUE,</a:t>
            </a:r>
          </a:p>
          <a:p>
            <a:r>
              <a:rPr sz="1100">
                <a:latin typeface="Consolas"/>
              </a:rPr>
              <a:t>    assignment_count INTEGER NOT NULL DEFAULT 0,</a:t>
            </a:r>
          </a:p>
          <a:p>
            <a:r>
              <a:rPr sz="1100">
                <a:latin typeface="Consolas"/>
              </a:rPr>
              <a:t>    last_assigned_at TIMESTAMPTZ</a:t>
            </a:r>
          </a:p>
          <a:p>
            <a:r>
              <a:rPr sz="1100"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FINAL CODE IMPLEMENTATION SNAPSHOTS - CAMERA MONITORING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t>static/js/interview.js and app.py - OpenCV face monitoring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>
            <a:normAutofit/>
          </a:bodyPr>
          <a:lstStyle/>
          <a:p>
            <a:r>
              <a:rPr sz="1100">
                <a:latin typeface="Consolas"/>
              </a:rPr>
              <a:t>async function analyzeCameraFrame() {</a:t>
            </a:r>
          </a:p>
          <a:p>
            <a:r>
              <a:rPr sz="1100">
                <a:latin typeface="Consolas"/>
              </a:rPr>
              <a:t>  const response = await fetch('/api/analyze-frame', {</a:t>
            </a:r>
          </a:p>
          <a:p>
            <a:r>
              <a:rPr sz="1100">
                <a:latin typeface="Consolas"/>
              </a:rPr>
              <a:t>    method: 'POST',</a:t>
            </a:r>
          </a:p>
          <a:p>
            <a:r>
              <a:rPr sz="1100">
                <a:latin typeface="Consolas"/>
              </a:rPr>
              <a:t>    headers: {'Content-Type': 'application/json'},</a:t>
            </a:r>
          </a:p>
          <a:p>
            <a:r>
              <a:rPr sz="1100">
                <a:latin typeface="Consolas"/>
              </a:rPr>
              <a:t>    body: JSON.stringify({image: canvas.toDataURL('image/jpeg')})</a:t>
            </a:r>
          </a:p>
          <a:p>
            <a:r>
              <a:rPr sz="1100">
                <a:latin typeface="Consolas"/>
              </a:rPr>
              <a:t>  });</a:t>
            </a:r>
          </a:p>
          <a:p>
            <a:r>
              <a:rPr sz="1100">
                <a:latin typeface="Consolas"/>
              </a:rPr>
              <a:t>  const data = await response.json();</a:t>
            </a:r>
          </a:p>
          <a:p>
            <a:r>
              <a:rPr sz="1100">
                <a:latin typeface="Consolas"/>
              </a:rPr>
              <a:t>  if (data.face_detected) faceStatus.innerText = 'Face detected';</a:t>
            </a:r>
          </a:p>
          <a:p>
            <a:r>
              <a:rPr sz="1100">
                <a:latin typeface="Consolas"/>
              </a:rPr>
              <a:t>  if (data.multiple_faces) triggerAlarm(data.alert_reason);</a:t>
            </a:r>
          </a:p>
          <a:p>
            <a:r>
              <a:rPr sz="1100">
                <a:latin typeface="Consolas"/>
              </a:rPr>
              <a:t>}</a:t>
            </a:r>
          </a:p>
          <a:p>
            <a:endParaRPr sz="1100">
              <a:latin typeface="Consolas"/>
            </a:endParaRPr>
          </a:p>
          <a:p>
            <a:r>
              <a:rPr sz="1100">
                <a:latin typeface="Consolas"/>
              </a:rPr>
              <a:t># Flask endpoint uses OpenCV Haar Cascade</a:t>
            </a:r>
          </a:p>
          <a:p>
            <a:r>
              <a:rPr sz="1100">
                <a:latin typeface="Consolas"/>
              </a:rPr>
              <a:t>faces = face_cascade.detectMultiScale(gray, 1.2, 5,</a:t>
            </a:r>
          </a:p>
          <a:p>
            <a:r>
              <a:rPr sz="1100">
                <a:latin typeface="Consolas"/>
              </a:rPr>
              <a:t>                                      minSize=(60, 60))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7C433-5D4E-E6AF-00A5-989DB39C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80"/>
          <a:stretch>
            <a:fillRect/>
          </a:stretch>
        </p:blipFill>
        <p:spPr>
          <a:xfrm>
            <a:off x="482600" y="935182"/>
            <a:ext cx="8178799" cy="36710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7607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A5A5A"/>
                </a:solidFill>
              </a:defRPr>
            </a:pPr>
            <a:r>
              <a:t>Final validation confirms that the prototype is ready for academic demonstration and future production enhancement.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06C03-B061-BFF2-F599-B9E974B34B4A}"/>
              </a:ext>
            </a:extLst>
          </p:cNvPr>
          <p:cNvSpPr txBox="1"/>
          <p:nvPr/>
        </p:nvSpPr>
        <p:spPr>
          <a:xfrm>
            <a:off x="1930977" y="247369"/>
            <a:ext cx="528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OUTPUT RESULT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42508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26FAD-B690-1172-19D2-58EAFD1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207239A-677B-63FB-4BD2-D5B0C49CCDD3}"/>
              </a:ext>
            </a:extLst>
          </p:cNvPr>
          <p:cNvSpPr txBox="1"/>
          <p:nvPr/>
        </p:nvSpPr>
        <p:spPr>
          <a:xfrm>
            <a:off x="685800" y="57607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A5A5A"/>
                </a:solidFill>
              </a:defRPr>
            </a:pPr>
            <a:r>
              <a:t>Final validation confirms that the prototype is ready for academic demonstration and future production enhancement.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AB1E5B-335D-574E-7A74-CB8164B05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18457"/>
            <a:ext cx="4313344" cy="21329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1088FE-B7B4-C3C9-7412-E4637DCB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06" y="718457"/>
            <a:ext cx="4254694" cy="21613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C575F3-6312-80AA-CB86-BA8A6D12E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937887"/>
            <a:ext cx="4313344" cy="20777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F41AE9-A7C6-A905-75BA-C3C61EC62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505" y="2879829"/>
            <a:ext cx="4407095" cy="2195434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61462A58-5212-B04B-ADFA-F70A37D3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25" y="-86435"/>
            <a:ext cx="8229600" cy="953353"/>
          </a:xfrm>
        </p:spPr>
        <p:txBody>
          <a:bodyPr>
            <a:normAutofit/>
          </a:bodyPr>
          <a:lstStyle/>
          <a:p>
            <a:r>
              <a:rPr lang="en-US" sz="1800" b="1" dirty="0"/>
              <a:t>OUTPUT RESULT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601762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dirty="0"/>
              <a:t>REFERENCES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749808"/>
            <a:ext cx="8229600" cy="34015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I. Naim et al., "Automated Prediction and Analysis of Job Interview Performance", 2015.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L. Nguyen and D. Gatica-Perez, "</a:t>
            </a:r>
            <a:r>
              <a:rPr sz="1500" dirty="0" err="1"/>
              <a:t>Hirability</a:t>
            </a:r>
            <a:r>
              <a:rPr sz="1500" dirty="0"/>
              <a:t> in the Wild: Analysis of Online Video Resumes", 2016.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L. Chen et al., "Automated Video Interview Judgment on Large Corpus", 2017.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F. Pedregosa et al., "Scikit-learn: Machine Learning in Python", 2011.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K. Sparck Jones, "A Statistical Interpretation of Term Specificity", 1972.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G. </a:t>
            </a:r>
            <a:r>
              <a:rPr sz="1500" dirty="0" err="1"/>
              <a:t>Bradski</a:t>
            </a:r>
            <a:r>
              <a:rPr sz="1500" dirty="0"/>
              <a:t>, "The OpenCV Library", 2000.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J. Devlin et al., "BERT: Pre-training of Deep Bidirectional Transformers", 2019.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H. Suen et al., "Artificial Intelligence in Personnel Selection", 2019.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sz="1500" dirty="0"/>
              <a:t>Flask, PostgreSQL, </a:t>
            </a:r>
            <a:r>
              <a:rPr sz="1500" dirty="0" err="1"/>
              <a:t>ReportLab</a:t>
            </a:r>
            <a:r>
              <a:rPr sz="1500" dirty="0"/>
              <a:t>, OpenCV, and scikit-learn official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520850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0360" y="1993392"/>
            <a:ext cx="3383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633472"/>
            <a:ext cx="4114800" cy="32004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b="1" dirty="0"/>
              <a:t>AI-Based Smart Interview System | Final Review</a:t>
            </a:r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1638</Words>
  <Application>Microsoft Office PowerPoint</Application>
  <PresentationFormat>On-screen Show (16:9)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RESULT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Naresh kumar B.</dc:creator>
  <cp:keywords/>
  <dc:description>generated using python-pptx</dc:description>
  <cp:lastModifiedBy>Baskaran, Nareshkumar</cp:lastModifiedBy>
  <cp:revision>4</cp:revision>
  <dcterms:created xsi:type="dcterms:W3CDTF">2013-01-27T09:14:16Z</dcterms:created>
  <dcterms:modified xsi:type="dcterms:W3CDTF">2026-06-15T12:39:57Z</dcterms:modified>
  <cp:category/>
</cp:coreProperties>
</file>